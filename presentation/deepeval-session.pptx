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Welcome the team. Set expectations: by the end they will know WHEN to use WHICH metric and WHY.
- The whole session is grounded in one small repo we can run live.
- Journey: start treating the agent as a black box (easy, cheap), then open the box (white-box) to inspect how it got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up for ~30s. Tell them phases 1-3 mirror the folders in /evals.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motivating slide. Everyone has felt this pain.
Non-determinism sources: sampling/temperature, model updates, tool ordering, paraphrasing.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evals are how we replace assert-equals. DeepEval is the framework that gives us the metrics + judge + runner.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punchline of the whole talk lives here. A passing black-box test can hide a wrong tool call or a hallucinated-but-plausible answer. White-box catches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each primitive to a line of code we'll see repeatedly. Keep it concrete.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judge is imperfect &amp; noisy; that's why thresholds are tuned per metric and why reasons matter more than the raw number early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agent_plain.py and agent_instrumented.py side by side live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Great starter metric: zero ground truth to author, instant signal. Downside: can't tell you HOW it got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"aha": ToolCorrectness is deterministic &amp; free, and it catches the lucky-guess failure black-box misses.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out: ToolCorrectnessMetric does NOT support ConversationalTestCase — tool quality moves into a ConversationalGEval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retrieval_context on the trace, Faithfulness / Contextual metrics literally have nothing to score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a terminal ready with .env populated and the local Ollama/judge models pulled. Run #2 and point out ToolCorrectness is deterministic.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AI Agents with DeepEval</dc:title>
  <dc:subject>PptxGenJS Presentation</dc:subject>
  <dc:creator>ShopEasy CDP Team</dc:creator>
  <cp:lastModifiedBy>ShopEasy CDP Team</cp:lastModifiedBy>
  <cp:revision>1</cp:revision>
  <dcterms:created xsi:type="dcterms:W3CDTF">2026-10-01T14:44:03Z</dcterms:created>
  <dcterms:modified xsi:type="dcterms:W3CDTF">2026-10-01T14:44:03Z</dcterms:modified>
</cp:coreProperties>
</file>